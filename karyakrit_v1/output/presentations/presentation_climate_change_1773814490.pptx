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climate change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Challenges -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Potential obstacles</a:t>
            </a:r>
          </a:p>
          <a:p>
            <a:pPr/>
            <a:r>
              <a:t>Mitigation strategies</a:t>
            </a:r>
          </a:p>
          <a:p>
            <a:pPr/>
            <a:r>
              <a:t>Contingency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