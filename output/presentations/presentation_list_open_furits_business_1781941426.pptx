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List Open Furits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List Open Furits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list open furits business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List Open Furits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List Open Furits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List Open Furits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 - List Open Furits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Summary of key points</a:t>
            </a:r>
          </a:p>
          <a:p>
            <a:pPr/>
            <a:r>
              <a:t>Recommendations for action</a:t>
            </a:r>
          </a:p>
          <a:p>
            <a:pPr/>
            <a:r>
              <a:t>Future outlook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