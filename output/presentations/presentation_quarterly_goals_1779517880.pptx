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Quarterly Goals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Karyakrit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Quarterly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Overview of quarterly goals</a:t>
            </a:r>
          </a:p>
          <a:p>
            <a:pPr/>
            <a:r>
              <a:t>Importance and relevance</a:t>
            </a:r>
          </a:p>
          <a:p>
            <a:pPr/>
            <a:r>
              <a:t>Objectives of this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Situation - Quarterly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and context</a:t>
            </a:r>
          </a:p>
          <a:p>
            <a:pPr/>
            <a:r>
              <a:t>Current trends and developments</a:t>
            </a:r>
          </a:p>
          <a:p>
            <a:pPr/>
            <a:r>
              <a:t>Key statistics and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Issues and Analysis - Quarterly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Main challenges and opportunities</a:t>
            </a:r>
          </a:p>
          <a:p>
            <a:pPr/>
            <a:r>
              <a:t>Analysis of current approaches</a:t>
            </a:r>
          </a:p>
          <a:p>
            <a:pPr/>
            <a:r>
              <a:t>Critical factors to consider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- Quarterly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Proposed solutions and strategies</a:t>
            </a:r>
          </a:p>
          <a:p>
            <a:pPr/>
            <a:r>
              <a:t>Implementation steps</a:t>
            </a:r>
          </a:p>
          <a:p>
            <a:pPr/>
            <a:r>
              <a:t>Expected outcomes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Next Steps - Quarterly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Summary of key points</a:t>
            </a:r>
          </a:p>
          <a:p>
            <a:pPr/>
            <a:r>
              <a:t>Recommendations for action</a:t>
            </a:r>
          </a:p>
          <a:p>
            <a:pPr/>
            <a:r>
              <a:t>Future outlook and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